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Axiom Tech - Strategic OKRs &amp; Product Roadmap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Q1-Q4 Strategic Initiatives and Enterprise AI Adoption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